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71" r:id="rId9"/>
    <p:sldId id="272" r:id="rId10"/>
    <p:sldId id="262" r:id="rId11"/>
    <p:sldId id="273" r:id="rId12"/>
    <p:sldId id="275" r:id="rId13"/>
    <p:sldId id="274" r:id="rId14"/>
    <p:sldId id="276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232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87C6F5-B4FF-CFC9-C210-84ACB9217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CA016D7-9EEE-7E5B-562A-C85A2017C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FB60AC-9A44-211F-9ECA-EF73A4E4E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084B-D7C1-4A75-A54E-69FE1DCAA181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69CEF7-1EBA-038E-F8C7-8E10838B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96549D-0EE0-BC51-1D3D-77D7BAF6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EAE3-AD48-40AA-A306-55D7FCFCB6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3222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846612-AC07-A9DB-1A19-BF4BA3372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C4A2DE-35F2-81F8-AD48-CE43CA5C8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3CA22E-9175-172C-BADA-736F4FB3D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084B-D7C1-4A75-A54E-69FE1DCAA181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0E08ED-0989-B64D-A523-56B6C2A8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FB1F6D-D694-3345-B4FF-34D10805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EAE3-AD48-40AA-A306-55D7FCFCB6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4226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AC9350-D5DE-870A-3B01-B65D9BCC0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E9602BB-8C56-7CB7-1325-D8E6EC56A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2CF7E9-2410-6064-F1FA-18F558852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084B-D7C1-4A75-A54E-69FE1DCAA181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B96D50-4D90-3656-4D39-A14B59C8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08D885-FAB0-27E4-4C93-64B754E6B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EAE3-AD48-40AA-A306-55D7FCFCB6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7371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FFDCF-F22A-7901-1F8C-80ECF162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B78637-8836-0F0F-DF75-2B7FAAE5A6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79B0E12-3313-AAC8-3F51-229F0A78E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8567E8-C8E2-1E3D-1769-4116DA3E7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084B-D7C1-4A75-A54E-69FE1DCAA181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6B7530-7196-86CF-CB40-E3A7FAE5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327169-C19A-BCEB-1A17-CFCC9175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EAE3-AD48-40AA-A306-55D7FCFCB6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113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E82C11-F907-A216-D163-C63F087F7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3581650-7342-B3E5-0166-7FE10C06F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E22D9B0-12C6-D169-FCFD-9107FF1DF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57EC746-FA39-4600-FFD0-EB3E1DF87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EC4EAF4-AA07-AA1D-D90F-B877F1339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0134E9F-1D65-9B32-CBFD-CE1C65EAD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084B-D7C1-4A75-A54E-69FE1DCAA181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BD1BDFB-6376-4498-F894-E707D265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457760E-47A3-46FA-6596-1D29F60A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EAE3-AD48-40AA-A306-55D7FCFCB6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2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0F2A4C-22AC-B434-1A7A-24D95DCD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6F7E731-672F-143E-2689-717267E82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084B-D7C1-4A75-A54E-69FE1DCAA181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706A1C7-89B9-22E3-CEAA-4950FD083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01B0C6C-BDE5-1C53-2ECC-4AA7FB1E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EAE3-AD48-40AA-A306-55D7FCFCB6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72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A4CA041-EBA6-84F6-0E2F-E1E5C258A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084B-D7C1-4A75-A54E-69FE1DCAA181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C9DD8A2-9734-2F3E-74CB-3FB7DC318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F2EE56-587E-927D-63E5-66E0AD5A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EAE3-AD48-40AA-A306-55D7FCFCB6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8226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6EA410-7CAE-E2DB-C4BD-2449D804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F50895-EEBB-2EB1-B06D-386795876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FB262F4-E8A1-50D4-F49A-C083E30CB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BFB63C7-4221-26F4-59A2-2F666E70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084B-D7C1-4A75-A54E-69FE1DCAA181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17A72F-98BC-FD81-61E4-8338B1335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6673ED2-AB56-EA57-70AD-E81E59BD8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EAE3-AD48-40AA-A306-55D7FCFCB6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3292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349697-0CCE-3866-FEE8-AAA67CBA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19B3C10-E127-C0D2-C39C-F9A14DDB7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E71202A-493D-9F94-1737-F7A856A57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01CBA7-9C02-99FF-AF79-E9BFE788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084B-D7C1-4A75-A54E-69FE1DCAA181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1C28D34-2E07-77DD-A450-7DD2D838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D21F204-D5A1-5396-B353-5C87A7A6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EAE3-AD48-40AA-A306-55D7FCFCB6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1569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088A10-9A4E-AB29-FCF9-8937A9426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BC9C8AC-4286-1BCC-7CDA-9DF5D00F1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C85ED4-A684-B6F0-B36D-8D8AB72A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084B-D7C1-4A75-A54E-69FE1DCAA181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10080C-0EF1-6EB6-1BF2-8650C6EA9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7171E3-8015-89A5-219A-80C63D6B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EAE3-AD48-40AA-A306-55D7FCFCB6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2194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8DDD1E8-D410-F2E0-2DA3-C0CF8B4745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AA190F3-0D2F-FADB-5EC5-84399BFFE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365F11-E096-F046-1486-702CFDB90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084B-D7C1-4A75-A54E-69FE1DCAA181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95BE5D-E2B5-3813-BDDA-EF5A0116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F10186-D8EF-D0BC-BCBA-F64C1ED25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EAE3-AD48-40AA-A306-55D7FCFCB6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5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52FFF4F-5CBE-5E16-AAF0-75776FB77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0CB59A-E241-B624-0FFD-964E85F7E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CBFFCF-E58F-574D-1826-EC5A0C25D5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D6084B-D7C1-4A75-A54E-69FE1DCAA181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22574E-438C-5652-3376-D26BD82D7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23A96E-4EFF-9077-FC0E-D716F3085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FEAE3-AD48-40AA-A306-55D7FCFCB6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040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alenzenx/smart-ordering-syste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nzenx/smart-ordering-system.gi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hyperlink" Target="http://localhost:5174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localhost:8080/" TargetMode="External"/><Relationship Id="rId4" Type="http://schemas.openxmlformats.org/officeDocument/2006/relationships/hyperlink" Target="http://localhost:8000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9BEEB9-AD5B-22D1-8BE4-FA7330BC48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i="0" dirty="0">
                <a:solidFill>
                  <a:srgbClr val="1F2328"/>
                </a:solidFill>
                <a:effectLst/>
                <a:latin typeface="Mona Sans VF"/>
              </a:rPr>
              <a:t>智慧點</a:t>
            </a:r>
            <a:r>
              <a:rPr lang="zh-TW" altLang="en-US" b="1" i="0">
                <a:solidFill>
                  <a:srgbClr val="1F2328"/>
                </a:solidFill>
                <a:effectLst/>
                <a:latin typeface="Mona Sans VF"/>
              </a:rPr>
              <a:t>餐系統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F680ACA-5471-F64C-6A42-435C53A468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/>
              <a:t>安裝使用與 </a:t>
            </a:r>
            <a:r>
              <a:rPr lang="en-US" altLang="zh-TW"/>
              <a:t>vibe coding</a:t>
            </a:r>
            <a:r>
              <a:rPr lang="zh-TW" altLang="en-US"/>
              <a:t> 教學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5433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6C6D2-DD82-736A-1324-60EF715F7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事前需求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A1F08D-7B3E-1163-C799-372BB99D0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需自備 </a:t>
            </a:r>
            <a:r>
              <a:rPr lang="en-US" altLang="zh-TW" dirty="0"/>
              <a:t>Windows 10</a:t>
            </a:r>
            <a:r>
              <a:rPr lang="zh-TW" altLang="en-US" dirty="0"/>
              <a:t>、</a:t>
            </a:r>
            <a:r>
              <a:rPr lang="en-US" altLang="zh-TW" dirty="0"/>
              <a:t>11</a:t>
            </a:r>
            <a:r>
              <a:rPr lang="zh-TW" altLang="en-US" dirty="0"/>
              <a:t> 的電腦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OpenAI Plus</a:t>
            </a:r>
            <a:r>
              <a:rPr lang="zh-TW" altLang="en-US" dirty="0"/>
              <a:t> 付費帳號 </a:t>
            </a:r>
            <a:r>
              <a:rPr lang="en-US" altLang="zh-TW" dirty="0"/>
              <a:t>(Codex</a:t>
            </a:r>
            <a:r>
              <a:rPr lang="zh-TW" altLang="en-US" dirty="0"/>
              <a:t> 登入用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Google</a:t>
            </a:r>
            <a:r>
              <a:rPr lang="zh-TW" altLang="en-US" dirty="0"/>
              <a:t> 帳號 </a:t>
            </a:r>
            <a:r>
              <a:rPr lang="en-US" altLang="zh-TW" dirty="0"/>
              <a:t>(Gemini CLI </a:t>
            </a:r>
            <a:r>
              <a:rPr lang="zh-TW" altLang="en-US" dirty="0"/>
              <a:t>登入用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下載 </a:t>
            </a:r>
            <a:r>
              <a:rPr lang="en-US" altLang="zh-TW" dirty="0"/>
              <a:t>+</a:t>
            </a:r>
            <a:r>
              <a:rPr lang="zh-TW" altLang="en-US" dirty="0"/>
              <a:t> 安裝 </a:t>
            </a:r>
            <a:r>
              <a:rPr lang="en-US" altLang="zh-TW" dirty="0"/>
              <a:t>Windows</a:t>
            </a:r>
            <a:r>
              <a:rPr lang="zh-TW" altLang="en-US" dirty="0"/>
              <a:t> 版本的 </a:t>
            </a:r>
            <a:r>
              <a:rPr lang="en-US" altLang="zh-TW" dirty="0"/>
              <a:t>OpenAI Codex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下載 </a:t>
            </a:r>
            <a:r>
              <a:rPr lang="en-US" altLang="zh-TW" dirty="0"/>
              <a:t>+</a:t>
            </a:r>
            <a:r>
              <a:rPr lang="zh-TW" altLang="en-US" dirty="0"/>
              <a:t> 安裝 </a:t>
            </a:r>
            <a:r>
              <a:rPr lang="en-US" altLang="zh-TW" i="0" dirty="0">
                <a:solidFill>
                  <a:srgbClr val="1F2328"/>
                </a:solidFill>
                <a:effectLst/>
                <a:latin typeface="Mona Sans VF"/>
              </a:rPr>
              <a:t>Git for Windows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下載 </a:t>
            </a:r>
            <a:r>
              <a:rPr lang="en-US" altLang="zh-TW" dirty="0"/>
              <a:t>+</a:t>
            </a:r>
            <a:r>
              <a:rPr lang="zh-TW" altLang="en-US" dirty="0"/>
              <a:t> 安裝 </a:t>
            </a:r>
            <a:r>
              <a:rPr lang="en-US" altLang="zh-TW" dirty="0"/>
              <a:t>Docker Desktop for Windows</a:t>
            </a:r>
          </a:p>
        </p:txBody>
      </p:sp>
    </p:spTree>
    <p:extLst>
      <p:ext uri="{BB962C8B-B14F-4D97-AF65-F5344CB8AC3E}">
        <p14:creationId xmlns:p14="http://schemas.microsoft.com/office/powerpoint/2010/main" val="119021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CF59D0-0468-31A3-D70A-491AF2287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/>
              <a:t>第一階段  先玩看看智慧</a:t>
            </a:r>
            <a:r>
              <a:rPr lang="zh-TW" altLang="en-US" sz="3600" dirty="0"/>
              <a:t>點</a:t>
            </a:r>
            <a:r>
              <a:rPr lang="zh-TW" altLang="en-US" sz="3600"/>
              <a:t>餐系統</a:t>
            </a:r>
            <a:endParaRPr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CCFAFD-560E-6D0D-131B-A23BB5F08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684"/>
            <a:ext cx="10515600" cy="4351338"/>
          </a:xfrm>
        </p:spPr>
        <p:txBody>
          <a:bodyPr/>
          <a:lstStyle/>
          <a:p>
            <a:r>
              <a:rPr lang="en-US" altLang="zh-TW" dirty="0">
                <a:hlinkClick r:id="rId2"/>
              </a:rPr>
              <a:t>https://github.com/alenzenx/smart-ordering-system</a:t>
            </a:r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86E416-09C8-FE48-A60F-7BFF27FF9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347" y="2284495"/>
            <a:ext cx="8523015" cy="407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1BA9716-A27F-BB9D-64BE-214447CC6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02" y="1397272"/>
            <a:ext cx="7520956" cy="40634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67163EE-A523-9303-1E1E-915C0021F067}"/>
              </a:ext>
            </a:extLst>
          </p:cNvPr>
          <p:cNvSpPr txBox="1"/>
          <p:nvPr/>
        </p:nvSpPr>
        <p:spPr>
          <a:xfrm>
            <a:off x="618308" y="37268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3600" i="0" dirty="0">
                <a:solidFill>
                  <a:srgbClr val="1F2328"/>
                </a:solidFill>
                <a:effectLst/>
                <a:latin typeface="+mj-ea"/>
                <a:ea typeface="+mj-ea"/>
              </a:rPr>
              <a:t>智慧點餐系統安裝教學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EA9DE85-AD23-E6F9-5B55-5ADCE3DA88E3}"/>
              </a:ext>
            </a:extLst>
          </p:cNvPr>
          <p:cNvSpPr txBox="1"/>
          <p:nvPr/>
        </p:nvSpPr>
        <p:spPr>
          <a:xfrm>
            <a:off x="769602" y="58765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之後 重啟電腦</a:t>
            </a:r>
          </a:p>
        </p:txBody>
      </p:sp>
    </p:spTree>
    <p:extLst>
      <p:ext uri="{BB962C8B-B14F-4D97-AF65-F5344CB8AC3E}">
        <p14:creationId xmlns:p14="http://schemas.microsoft.com/office/powerpoint/2010/main" val="1554635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D67B17F3-7409-8DDE-1BAD-E33869FC2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33" y="3429000"/>
            <a:ext cx="10836496" cy="246398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B59F6DA-BBA0-3116-DE5B-371CBF6E144B}"/>
              </a:ext>
            </a:extLst>
          </p:cNvPr>
          <p:cNvSpPr txBox="1"/>
          <p:nvPr/>
        </p:nvSpPr>
        <p:spPr>
          <a:xfrm>
            <a:off x="539933" y="289952"/>
            <a:ext cx="10476410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dirty="0"/>
              <a:t>打開 </a:t>
            </a:r>
            <a:r>
              <a:rPr lang="en-US" altLang="zh-TW" dirty="0"/>
              <a:t>Windows power shell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/>
              <a:t>輸入 </a:t>
            </a:r>
            <a:r>
              <a:rPr lang="en-US" altLang="zh-TW"/>
              <a:t>cd </a:t>
            </a:r>
            <a:r>
              <a:rPr lang="en-US" altLang="zh-TW" dirty="0"/>
              <a:t>Desktop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/>
              <a:t>輸入 </a:t>
            </a:r>
            <a:r>
              <a:rPr lang="en-US" altLang="zh-TW"/>
              <a:t>git </a:t>
            </a:r>
            <a:r>
              <a:rPr lang="en-US" altLang="zh-TW" dirty="0"/>
              <a:t>clone </a:t>
            </a:r>
            <a:r>
              <a:rPr lang="en-US" altLang="zh-TW" dirty="0">
                <a:hlinkClick r:id="rId3"/>
              </a:rPr>
              <a:t>https://github.com/alenzenx/smart-ordering-system</a:t>
            </a:r>
            <a:r>
              <a:rPr lang="en-US" altLang="zh-TW">
                <a:hlinkClick r:id="rId3"/>
              </a:rPr>
              <a:t>.git</a:t>
            </a:r>
            <a:endParaRPr lang="en-US" altLang="zh-TW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TW" altLang="en-US"/>
              <a:t>用 </a:t>
            </a:r>
            <a:r>
              <a:rPr lang="en-US" altLang="zh-TW"/>
              <a:t>vscode </a:t>
            </a:r>
            <a:r>
              <a:rPr lang="zh-TW" altLang="en-US"/>
              <a:t>開啟桌面上的 </a:t>
            </a:r>
            <a:r>
              <a:rPr lang="en-US" altLang="zh-TW"/>
              <a:t>smart-ordering-system</a:t>
            </a:r>
            <a:r>
              <a:rPr lang="zh-TW" altLang="en-US"/>
              <a:t> 資料夾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zh-TW"/>
              <a:t>vscode </a:t>
            </a:r>
            <a:r>
              <a:rPr lang="zh-TW" altLang="en-US"/>
              <a:t>按下   </a:t>
            </a:r>
            <a:r>
              <a:rPr lang="en-US" altLang="zh-TW"/>
              <a:t>ctrl + `</a:t>
            </a:r>
            <a:r>
              <a:rPr lang="zh-TW" altLang="en-US"/>
              <a:t>  開啟 </a:t>
            </a:r>
            <a:r>
              <a:rPr lang="en-US" altLang="zh-TW"/>
              <a:t>vscode</a:t>
            </a:r>
            <a:r>
              <a:rPr lang="zh-TW" altLang="en-US"/>
              <a:t> 終端機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zh-TW"/>
              <a:t>vscode</a:t>
            </a:r>
            <a:r>
              <a:rPr lang="zh-TW" altLang="en-US"/>
              <a:t> 終端機輸入 </a:t>
            </a:r>
            <a:r>
              <a:rPr lang="en-US" altLang="zh-TW"/>
              <a:t>docker compose up --build –d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TW" altLang="en-US"/>
              <a:t>等待完成</a:t>
            </a:r>
          </a:p>
        </p:txBody>
      </p:sp>
    </p:spTree>
    <p:extLst>
      <p:ext uri="{BB962C8B-B14F-4D97-AF65-F5344CB8AC3E}">
        <p14:creationId xmlns:p14="http://schemas.microsoft.com/office/powerpoint/2010/main" val="878996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0618A45-085B-619F-A9EA-9ACF05EB714E}"/>
              </a:ext>
            </a:extLst>
          </p:cNvPr>
          <p:cNvSpPr txBox="1"/>
          <p:nvPr/>
        </p:nvSpPr>
        <p:spPr>
          <a:xfrm>
            <a:off x="618308" y="372682"/>
            <a:ext cx="3846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i="0" dirty="0">
                <a:solidFill>
                  <a:srgbClr val="1F2328"/>
                </a:solidFill>
                <a:effectLst/>
                <a:latin typeface="+mj-ea"/>
                <a:ea typeface="+mj-ea"/>
              </a:rPr>
              <a:t>Gemini CLI</a:t>
            </a:r>
            <a:r>
              <a:rPr lang="zh-TW" altLang="en-US" sz="3600" i="0" dirty="0">
                <a:solidFill>
                  <a:srgbClr val="1F2328"/>
                </a:solidFill>
                <a:effectLst/>
                <a:latin typeface="+mj-ea"/>
                <a:ea typeface="+mj-ea"/>
              </a:rPr>
              <a:t> 登入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75D7D6B-3C34-A8DE-F078-E3FA9E506CB4}"/>
              </a:ext>
            </a:extLst>
          </p:cNvPr>
          <p:cNvSpPr txBox="1"/>
          <p:nvPr/>
        </p:nvSpPr>
        <p:spPr>
          <a:xfrm>
            <a:off x="975361" y="1236617"/>
            <a:ext cx="299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 </a:t>
            </a:r>
            <a:r>
              <a:rPr lang="zh-TW" altLang="en-US"/>
              <a:t>打開 命令提示字元 </a:t>
            </a:r>
            <a:r>
              <a:rPr lang="en-US" altLang="zh-TW"/>
              <a:t>(CMD)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70043B8-0ECE-8E0D-97AB-99AF54BEE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621" y="1236617"/>
            <a:ext cx="5449868" cy="530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57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5FA1EFE-2A10-C0CF-B48E-EBFBAB8AB10B}"/>
              </a:ext>
            </a:extLst>
          </p:cNvPr>
          <p:cNvSpPr txBox="1"/>
          <p:nvPr/>
        </p:nvSpPr>
        <p:spPr>
          <a:xfrm>
            <a:off x="823121" y="92346"/>
            <a:ext cx="4961417" cy="2958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/>
              <a:t>2.</a:t>
            </a:r>
            <a:r>
              <a:rPr lang="zh-TW" altLang="en-US"/>
              <a:t> 用命令提示字元 </a:t>
            </a:r>
            <a:r>
              <a:rPr lang="en-US" altLang="zh-TW"/>
              <a:t>(CMD)</a:t>
            </a:r>
            <a:r>
              <a:rPr lang="zh-TW" altLang="en-US"/>
              <a:t> 開啟 </a:t>
            </a:r>
            <a:r>
              <a:rPr lang="en-US" altLang="zh-TW"/>
              <a:t>gemini</a:t>
            </a:r>
            <a:endParaRPr lang="en-US" altLang="zh-TW" dirty="0"/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/>
              <a:t>輸入 </a:t>
            </a:r>
            <a:r>
              <a:rPr lang="en-US" altLang="zh-TW"/>
              <a:t>docker container list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/>
              <a:t>找到</a:t>
            </a:r>
            <a:r>
              <a:rPr lang="en-US" altLang="zh-TW"/>
              <a:t> smart-ordering-system-backend </a:t>
            </a:r>
            <a:r>
              <a:rPr lang="zh-TW" altLang="en-US"/>
              <a:t>的 </a:t>
            </a:r>
            <a:r>
              <a:rPr lang="en-US" altLang="zh-TW"/>
              <a:t>CONTAINER ID </a:t>
            </a:r>
            <a:r>
              <a:rPr lang="zh-TW" altLang="en-US"/>
              <a:t>的前三碼，像這邊是 </a:t>
            </a:r>
            <a:r>
              <a:rPr lang="en-US" altLang="zh-TW">
                <a:solidFill>
                  <a:srgbClr val="FF0000"/>
                </a:solidFill>
              </a:rPr>
              <a:t>114</a:t>
            </a:r>
            <a:endParaRPr lang="en-US" altLang="zh-TW" dirty="0"/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/>
              <a:t>輸入 </a:t>
            </a:r>
            <a:r>
              <a:rPr lang="en-US" altLang="zh-TW"/>
              <a:t>docker </a:t>
            </a:r>
            <a:r>
              <a:rPr lang="en-US" altLang="zh-TW" dirty="0"/>
              <a:t>container </a:t>
            </a:r>
            <a:r>
              <a:rPr lang="en-US" altLang="zh-TW"/>
              <a:t>exec -it </a:t>
            </a:r>
            <a:r>
              <a:rPr lang="en-US" altLang="zh-TW">
                <a:solidFill>
                  <a:srgbClr val="FF0000"/>
                </a:solidFill>
              </a:rPr>
              <a:t>114</a:t>
            </a:r>
            <a:r>
              <a:rPr lang="en-US" altLang="zh-TW"/>
              <a:t> /</a:t>
            </a:r>
            <a:r>
              <a:rPr lang="en-US" altLang="zh-TW" dirty="0"/>
              <a:t>bin</a:t>
            </a:r>
            <a:r>
              <a:rPr lang="en-US" altLang="zh-TW"/>
              <a:t>/bash</a:t>
            </a:r>
            <a:r>
              <a:rPr lang="zh-TW" altLang="en-US"/>
              <a:t>  讓 </a:t>
            </a:r>
            <a:r>
              <a:rPr lang="en-US" altLang="zh-TW"/>
              <a:t>smart-ordering-system-backend </a:t>
            </a:r>
            <a:r>
              <a:rPr lang="zh-TW" altLang="en-US"/>
              <a:t>可以修改</a:t>
            </a:r>
            <a:endParaRPr lang="en-US" altLang="zh-TW" dirty="0"/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/>
              <a:t>輸入 </a:t>
            </a:r>
            <a:r>
              <a:rPr lang="en-US" altLang="zh-TW"/>
              <a:t>gemini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209D341-BBE1-4E5F-9F37-C88C4BE0D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977" y="3124835"/>
            <a:ext cx="5157515" cy="364081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C7497EF-8AF4-4C87-B33C-91AC77141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258" y="231576"/>
            <a:ext cx="4544677" cy="3362360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93D1CB10-878C-4AF5-9475-94FDB656B104}"/>
              </a:ext>
            </a:extLst>
          </p:cNvPr>
          <p:cNvSpPr txBox="1"/>
          <p:nvPr/>
        </p:nvSpPr>
        <p:spPr>
          <a:xfrm>
            <a:off x="823121" y="5057123"/>
            <a:ext cx="1534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選</a:t>
            </a:r>
            <a:r>
              <a:rPr lang="en-US" altLang="zh-TW"/>
              <a:t>google</a:t>
            </a:r>
            <a:r>
              <a:rPr lang="zh-TW" altLang="en-US"/>
              <a:t>登入</a:t>
            </a:r>
            <a:endParaRPr lang="zh-TW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B95B97-62D4-FD39-1349-118F0161F921}"/>
              </a:ext>
            </a:extLst>
          </p:cNvPr>
          <p:cNvSpPr/>
          <p:nvPr/>
        </p:nvSpPr>
        <p:spPr>
          <a:xfrm>
            <a:off x="6338047" y="3075672"/>
            <a:ext cx="2734236" cy="5182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1B2364-E3EA-C375-EDB7-636ADC2DDE5D}"/>
              </a:ext>
            </a:extLst>
          </p:cNvPr>
          <p:cNvSpPr/>
          <p:nvPr/>
        </p:nvSpPr>
        <p:spPr>
          <a:xfrm>
            <a:off x="3182470" y="5976502"/>
            <a:ext cx="4544676" cy="582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56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4153BF3-9866-48CD-8F3D-D0664F3CE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6" y="1091098"/>
            <a:ext cx="11723159" cy="1228768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0BEDC45B-D7B9-4F55-9F26-F25826D51517}"/>
              </a:ext>
            </a:extLst>
          </p:cNvPr>
          <p:cNvSpPr txBox="1"/>
          <p:nvPr/>
        </p:nvSpPr>
        <p:spPr>
          <a:xfrm>
            <a:off x="284641" y="469294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3. Ctrl+</a:t>
            </a:r>
            <a:r>
              <a:rPr lang="zh-TW" altLang="en-US" dirty="0"/>
              <a:t>左鍵點擊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106571C5-C866-4918-B69B-9FE3C36F059F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069104" y="653960"/>
            <a:ext cx="2386355" cy="798322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圖片 5">
            <a:extLst>
              <a:ext uri="{FF2B5EF4-FFF2-40B4-BE49-F238E27FC236}">
                <a16:creationId xmlns:a16="http://schemas.microsoft.com/office/drawing/2014/main" id="{881C1303-FBBE-4673-A9F9-0901F1696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845" y="2757004"/>
            <a:ext cx="3524742" cy="392501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C798FA5-4ED4-46D6-A931-99888303BF9C}"/>
              </a:ext>
            </a:extLst>
          </p:cNvPr>
          <p:cNvSpPr txBox="1"/>
          <p:nvPr/>
        </p:nvSpPr>
        <p:spPr>
          <a:xfrm>
            <a:off x="2802481" y="5491808"/>
            <a:ext cx="1347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Copy</a:t>
            </a:r>
            <a:r>
              <a:rPr lang="zh-TW" altLang="en-US" dirty="0"/>
              <a:t>驗證碼</a:t>
            </a:r>
          </a:p>
        </p:txBody>
      </p:sp>
    </p:spTree>
    <p:extLst>
      <p:ext uri="{BB962C8B-B14F-4D97-AF65-F5344CB8AC3E}">
        <p14:creationId xmlns:p14="http://schemas.microsoft.com/office/powerpoint/2010/main" val="2487681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9D832686-9A46-4F7D-BB3E-711633720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66" y="766987"/>
            <a:ext cx="11694184" cy="99356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420CB66-2E71-48B3-A799-163D02B28A72}"/>
              </a:ext>
            </a:extLst>
          </p:cNvPr>
          <p:cNvSpPr txBox="1"/>
          <p:nvPr/>
        </p:nvSpPr>
        <p:spPr>
          <a:xfrm>
            <a:off x="250166" y="293184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3. </a:t>
            </a:r>
            <a:r>
              <a:rPr lang="zh-TW" altLang="en-US"/>
              <a:t>貼上驗證</a:t>
            </a:r>
            <a:r>
              <a:rPr lang="zh-TW" altLang="en-US" dirty="0"/>
              <a:t>碼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D6B2A89-AAAC-4945-9FC4-184F579BE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66" y="2838229"/>
            <a:ext cx="11694184" cy="372658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C52AAB4A-93D3-43B0-85C5-5C98AEFC7086}"/>
              </a:ext>
            </a:extLst>
          </p:cNvPr>
          <p:cNvSpPr txBox="1"/>
          <p:nvPr/>
        </p:nvSpPr>
        <p:spPr>
          <a:xfrm>
            <a:off x="250166" y="2364426"/>
            <a:ext cx="5044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出現以下進入</a:t>
            </a:r>
            <a:r>
              <a:rPr lang="zh-TW" altLang="en-US"/>
              <a:t>成功畫面代表 </a:t>
            </a:r>
            <a:r>
              <a:rPr lang="en-US" altLang="zh-TW" sz="1800" i="0">
                <a:solidFill>
                  <a:srgbClr val="1F2328"/>
                </a:solidFill>
                <a:effectLst/>
                <a:latin typeface="+mj-ea"/>
                <a:ea typeface="+mj-ea"/>
              </a:rPr>
              <a:t>Gemini CLI</a:t>
            </a:r>
            <a:r>
              <a:rPr lang="zh-TW" altLang="en-US" sz="1800" i="0">
                <a:solidFill>
                  <a:srgbClr val="1F2328"/>
                </a:solidFill>
                <a:effectLst/>
                <a:latin typeface="+mj-ea"/>
                <a:ea typeface="+mj-ea"/>
              </a:rPr>
              <a:t> </a:t>
            </a:r>
            <a:r>
              <a:rPr lang="zh-TW" altLang="en-US"/>
              <a:t>登入完成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F3C9E0DD-2F18-C072-665E-A225F76B18D4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824636" y="477850"/>
            <a:ext cx="547089" cy="99356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83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3558DA0-B416-C7C5-DCD6-5827197DC870}"/>
              </a:ext>
            </a:extLst>
          </p:cNvPr>
          <p:cNvSpPr txBox="1"/>
          <p:nvPr/>
        </p:nvSpPr>
        <p:spPr>
          <a:xfrm>
            <a:off x="838200" y="7017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輸入 </a:t>
            </a:r>
            <a:r>
              <a:rPr lang="en-US" altLang="zh-TW"/>
              <a:t>docker </a:t>
            </a:r>
            <a:r>
              <a:rPr lang="en-US" altLang="zh-TW" dirty="0"/>
              <a:t>compose up --</a:t>
            </a:r>
            <a:r>
              <a:rPr lang="en-US" altLang="zh-TW"/>
              <a:t>build -d</a:t>
            </a:r>
            <a:r>
              <a:rPr lang="zh-TW" altLang="en-US"/>
              <a:t> 進行重建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493FA30-5C64-D934-0D42-F596E0C96403}"/>
              </a:ext>
            </a:extLst>
          </p:cNvPr>
          <p:cNvSpPr txBox="1"/>
          <p:nvPr/>
        </p:nvSpPr>
        <p:spPr>
          <a:xfrm>
            <a:off x="522515" y="2384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4</a:t>
            </a:r>
            <a:r>
              <a:rPr lang="en-US" altLang="zh-TW"/>
              <a:t>. </a:t>
            </a:r>
            <a:r>
              <a:rPr lang="zh-TW" altLang="en-US"/>
              <a:t>回到 </a:t>
            </a:r>
            <a:r>
              <a:rPr lang="en-US" altLang="zh-TW"/>
              <a:t>vscode </a:t>
            </a:r>
            <a:r>
              <a:rPr lang="zh-TW" altLang="en-US"/>
              <a:t>按下  </a:t>
            </a:r>
            <a:r>
              <a:rPr lang="en-US" altLang="zh-TW"/>
              <a:t>ctrl + `</a:t>
            </a:r>
            <a:r>
              <a:rPr lang="zh-TW" altLang="en-US"/>
              <a:t>  按鍵開啟 </a:t>
            </a:r>
            <a:r>
              <a:rPr lang="en-US" altLang="zh-TW"/>
              <a:t>vscode</a:t>
            </a:r>
            <a:r>
              <a:rPr lang="zh-TW" altLang="en-US"/>
              <a:t> 終端機</a:t>
            </a: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AE44AB2-DFD5-8C8D-576B-026E12C0C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559295"/>
              </p:ext>
            </p:extLst>
          </p:nvPr>
        </p:nvGraphicFramePr>
        <p:xfrm>
          <a:off x="838200" y="2276452"/>
          <a:ext cx="10515600" cy="24917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51886655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519449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59124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顧客端點餐系統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</a:rPr>
                        <a:t>顧客點餐、購物車、</a:t>
                      </a:r>
                      <a:r>
                        <a:rPr lang="en-US" altLang="zh-TW" dirty="0">
                          <a:effectLst/>
                        </a:rPr>
                        <a:t>Gemini </a:t>
                      </a:r>
                      <a:r>
                        <a:rPr lang="zh-TW" altLang="en-US" dirty="0">
                          <a:effectLst/>
                        </a:rPr>
                        <a:t>助理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sng" dirty="0">
                          <a:solidFill>
                            <a:srgbClr val="0969DA"/>
                          </a:solidFill>
                          <a:effectLst/>
                          <a:highlight>
                            <a:srgbClr val="FFFF00"/>
                          </a:highlight>
                          <a:hlinkClick r:id="rId2"/>
                        </a:rPr>
                        <a:t>http://localhost:5174</a:t>
                      </a:r>
                      <a:endParaRPr lang="en-US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850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</a:rPr>
                        <a:t>後台管理系統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菜單 </a:t>
                      </a:r>
                      <a:r>
                        <a:rPr lang="en-US" altLang="zh-TW">
                          <a:effectLst/>
                        </a:rPr>
                        <a:t>CRUD</a:t>
                      </a:r>
                      <a:r>
                        <a:rPr lang="zh-TW" altLang="en-US">
                          <a:effectLst/>
                        </a:rPr>
                        <a:t>、</a:t>
                      </a:r>
                      <a:r>
                        <a:rPr lang="en-US" altLang="zh-TW">
                          <a:effectLst/>
                        </a:rPr>
                        <a:t>Excel </a:t>
                      </a:r>
                      <a:r>
                        <a:rPr lang="zh-TW" altLang="en-US">
                          <a:effectLst/>
                        </a:rPr>
                        <a:t>匯入、訂單管理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sng" dirty="0">
                          <a:solidFill>
                            <a:srgbClr val="0969DA"/>
                          </a:solidFill>
                          <a:effectLst/>
                          <a:highlight>
                            <a:srgbClr val="FFFF00"/>
                          </a:highlight>
                          <a:hlinkClick r:id="rId3"/>
                        </a:rPr>
                        <a:t>http://localhost:5173</a:t>
                      </a:r>
                      <a:endParaRPr lang="en-US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517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Django API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後端 </a:t>
                      </a:r>
                      <a:r>
                        <a:rPr lang="en-US">
                          <a:effectLst/>
                        </a:rPr>
                        <a:t>API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sng">
                          <a:solidFill>
                            <a:srgbClr val="0969DA"/>
                          </a:solidFill>
                          <a:effectLst/>
                          <a:hlinkClick r:id="rId4"/>
                        </a:rPr>
                        <a:t>http://localhost:8000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860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phpMyAdmin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MySQL </a:t>
                      </a:r>
                      <a:r>
                        <a:rPr lang="zh-TW" altLang="en-US">
                          <a:effectLst/>
                        </a:rPr>
                        <a:t>圖形化介面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sng">
                          <a:solidFill>
                            <a:srgbClr val="0969DA"/>
                          </a:solidFill>
                          <a:effectLst/>
                          <a:hlinkClick r:id="rId5"/>
                        </a:rPr>
                        <a:t>http://localhost:8080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931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MySQL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資料庫連線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localhost:3306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71600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6A5E05C-FBF7-EE55-7D1C-29136694A910}"/>
              </a:ext>
            </a:extLst>
          </p:cNvPr>
          <p:cNvSpPr txBox="1"/>
          <p:nvPr/>
        </p:nvSpPr>
        <p:spPr>
          <a:xfrm>
            <a:off x="522515" y="17416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5. 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E060304-C447-2483-3C18-E48ACE7DB094}"/>
              </a:ext>
            </a:extLst>
          </p:cNvPr>
          <p:cNvSpPr txBox="1"/>
          <p:nvPr/>
        </p:nvSpPr>
        <p:spPr>
          <a:xfrm>
            <a:off x="10245804" y="276061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點這兩個</a:t>
            </a:r>
          </a:p>
        </p:txBody>
      </p:sp>
    </p:spTree>
    <p:extLst>
      <p:ext uri="{BB962C8B-B14F-4D97-AF65-F5344CB8AC3E}">
        <p14:creationId xmlns:p14="http://schemas.microsoft.com/office/powerpoint/2010/main" val="31109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A1FA772-280F-45F6-8296-AF85ECD15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15" y="688589"/>
            <a:ext cx="7173326" cy="4201111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EFEBC99C-3794-40E0-B59E-1D732BA6579C}"/>
              </a:ext>
            </a:extLst>
          </p:cNvPr>
          <p:cNvSpPr txBox="1"/>
          <p:nvPr/>
        </p:nvSpPr>
        <p:spPr>
          <a:xfrm>
            <a:off x="9123677" y="1583869"/>
            <a:ext cx="1996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前臺可體驗</a:t>
            </a:r>
            <a:r>
              <a:rPr lang="en-US" altLang="zh-TW" dirty="0"/>
              <a:t>AI</a:t>
            </a:r>
            <a:r>
              <a:rPr lang="zh-TW" altLang="en-US" dirty="0"/>
              <a:t>助理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7F65719-70D8-457B-8A33-398A7E9D7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415" y="2132941"/>
            <a:ext cx="3881229" cy="457265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70929ED4-292A-4396-91E4-C390FFA1FF15}"/>
              </a:ext>
            </a:extLst>
          </p:cNvPr>
          <p:cNvSpPr txBox="1"/>
          <p:nvPr/>
        </p:nvSpPr>
        <p:spPr>
          <a:xfrm>
            <a:off x="344715" y="319257"/>
            <a:ext cx="7413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/>
              <a:t>6. </a:t>
            </a:r>
            <a:r>
              <a:rPr lang="zh-TW" altLang="en-US"/>
              <a:t>後</a:t>
            </a:r>
            <a:r>
              <a:rPr lang="zh-TW" altLang="en-US" dirty="0"/>
              <a:t>臺匯入</a:t>
            </a:r>
            <a:r>
              <a:rPr lang="en-US" altLang="zh-TW"/>
              <a:t>xlsx</a:t>
            </a:r>
            <a:r>
              <a:rPr lang="zh-TW" altLang="en-US"/>
              <a:t>菜單 </a:t>
            </a:r>
            <a:r>
              <a:rPr lang="en-US" altLang="zh-TW"/>
              <a:t>(</a:t>
            </a:r>
            <a:r>
              <a:rPr lang="zh-TW" altLang="en-US"/>
              <a:t>模擬菜單已經在 </a:t>
            </a:r>
            <a:r>
              <a:rPr lang="en-US" altLang="zh-TW"/>
              <a:t>smart-ordering-system</a:t>
            </a:r>
            <a:r>
              <a:rPr lang="zh-TW" altLang="en-US"/>
              <a:t> 資料夾內</a:t>
            </a:r>
            <a:r>
              <a:rPr lang="en-US" altLang="zh-TW"/>
              <a:t>)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7B44935-7E5B-7691-9ACF-03EA5A2A9F5C}"/>
              </a:ext>
            </a:extLst>
          </p:cNvPr>
          <p:cNvSpPr txBox="1"/>
          <p:nvPr/>
        </p:nvSpPr>
        <p:spPr>
          <a:xfrm>
            <a:off x="3475842" y="5800079"/>
            <a:ext cx="4532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/>
            </a:lvl1pPr>
          </a:lstStyle>
          <a:p>
            <a:r>
              <a:rPr lang="en-US" altLang="zh-TW"/>
              <a:t>7. </a:t>
            </a:r>
            <a:r>
              <a:rPr lang="zh-TW" altLang="en-US"/>
              <a:t> </a:t>
            </a:r>
            <a:r>
              <a:rPr lang="en-US" altLang="zh-TW"/>
              <a:t>F5</a:t>
            </a:r>
            <a:r>
              <a:rPr lang="zh-TW" altLang="en-US"/>
              <a:t>刷新後就完成</a:t>
            </a:r>
            <a:r>
              <a:rPr lang="zh-TW" altLang="en-US" dirty="0"/>
              <a:t>囉 可以開始體驗系統了</a:t>
            </a:r>
          </a:p>
        </p:txBody>
      </p:sp>
    </p:spTree>
    <p:extLst>
      <p:ext uri="{BB962C8B-B14F-4D97-AF65-F5344CB8AC3E}">
        <p14:creationId xmlns:p14="http://schemas.microsoft.com/office/powerpoint/2010/main" val="2560696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3CE9BC-D3E9-E012-67B2-3FF25678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/>
              <a:t>第二階段 怎麼 </a:t>
            </a:r>
            <a:r>
              <a:rPr lang="en-US" altLang="zh-TW" sz="3600"/>
              <a:t>Vibe Coding</a:t>
            </a:r>
            <a:r>
              <a:rPr lang="zh-TW" altLang="en-US" sz="3600"/>
              <a:t> 出智慧點餐系統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DE2B6C59-5E70-E195-6663-F4A7BD440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5341" y="1641364"/>
            <a:ext cx="5678150" cy="486793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2FF0EF6-C5AE-9D1D-A3D5-1FBDA4E8A8EE}"/>
              </a:ext>
            </a:extLst>
          </p:cNvPr>
          <p:cNvSpPr txBox="1"/>
          <p:nvPr/>
        </p:nvSpPr>
        <p:spPr>
          <a:xfrm>
            <a:off x="1388715" y="3429000"/>
            <a:ext cx="3999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將 </a:t>
            </a:r>
            <a:r>
              <a:rPr lang="en-US" altLang="zh-TW"/>
              <a:t>smart-ordering-system</a:t>
            </a:r>
            <a:r>
              <a:rPr lang="zh-TW" altLang="en-US"/>
              <a:t> 資料夾內的 </a:t>
            </a:r>
            <a:r>
              <a:rPr lang="en-US" altLang="zh-TW"/>
              <a:t>vibe coding.txt</a:t>
            </a:r>
            <a:r>
              <a:rPr lang="zh-TW" altLang="en-US"/>
              <a:t> 的內容貼進 </a:t>
            </a:r>
            <a:r>
              <a:rPr lang="en-US" altLang="zh-TW"/>
              <a:t>Codex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2945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AD72894-9F1A-4168-A275-BA7CE91C6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960" y="533407"/>
            <a:ext cx="9571451" cy="579118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9AD5AFD-22F4-CB5C-3FFE-0E4C9C20C516}"/>
              </a:ext>
            </a:extLst>
          </p:cNvPr>
          <p:cNvSpPr/>
          <p:nvPr/>
        </p:nvSpPr>
        <p:spPr>
          <a:xfrm>
            <a:off x="9475694" y="3872753"/>
            <a:ext cx="2429435" cy="25549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0C44EC-0533-9BBF-EAD4-082083BCCA00}"/>
              </a:ext>
            </a:extLst>
          </p:cNvPr>
          <p:cNvSpPr txBox="1"/>
          <p:nvPr/>
        </p:nvSpPr>
        <p:spPr>
          <a:xfrm>
            <a:off x="286871" y="3226422"/>
            <a:ext cx="1891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/>
              <a:t>Codex</a:t>
            </a:r>
            <a:r>
              <a:rPr lang="zh-TW" altLang="en-US"/>
              <a:t> 就能生出類似的系統</a:t>
            </a:r>
          </a:p>
        </p:txBody>
      </p:sp>
    </p:spTree>
    <p:extLst>
      <p:ext uri="{BB962C8B-B14F-4D97-AF65-F5344CB8AC3E}">
        <p14:creationId xmlns:p14="http://schemas.microsoft.com/office/powerpoint/2010/main" val="1940293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6C88067B-AE4C-9E5E-C5BE-0C365E2A8A41}"/>
              </a:ext>
            </a:extLst>
          </p:cNvPr>
          <p:cNvCxnSpPr>
            <a:cxnSpLocks/>
          </p:cNvCxnSpPr>
          <p:nvPr/>
        </p:nvCxnSpPr>
        <p:spPr>
          <a:xfrm>
            <a:off x="5953125" y="2223016"/>
            <a:ext cx="0" cy="42005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9435CE7F-B1E7-33CC-D008-5C5FD9DF886E}"/>
              </a:ext>
            </a:extLst>
          </p:cNvPr>
          <p:cNvSpPr txBox="1"/>
          <p:nvPr/>
        </p:nvSpPr>
        <p:spPr>
          <a:xfrm>
            <a:off x="639295" y="759447"/>
            <a:ext cx="10971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本專案教的是 </a:t>
            </a:r>
            <a:r>
              <a:rPr lang="en-US" altLang="zh-TW"/>
              <a:t>Gemini CLI</a:t>
            </a:r>
            <a:r>
              <a:rPr lang="zh-TW" altLang="en-US"/>
              <a:t> 版本，實際商用時還是建議 </a:t>
            </a:r>
            <a:r>
              <a:rPr lang="en-US" altLang="zh-TW"/>
              <a:t>vibe coding </a:t>
            </a:r>
            <a:r>
              <a:rPr lang="zh-TW" altLang="en-US"/>
              <a:t>換成 </a:t>
            </a:r>
            <a:r>
              <a:rPr lang="en-US" altLang="zh-TW"/>
              <a:t>API </a:t>
            </a:r>
            <a:r>
              <a:rPr lang="zh-TW" altLang="en-US"/>
              <a:t>版本。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784A9AE-E5FE-55FE-47BB-12FB0FF14352}"/>
              </a:ext>
            </a:extLst>
          </p:cNvPr>
          <p:cNvSpPr txBox="1"/>
          <p:nvPr/>
        </p:nvSpPr>
        <p:spPr>
          <a:xfrm>
            <a:off x="2157410" y="1748909"/>
            <a:ext cx="1781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/>
              <a:t>Gemini CLI</a:t>
            </a:r>
            <a:r>
              <a:rPr lang="zh-TW" altLang="en-US"/>
              <a:t> 版本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3EF6713-5D19-9275-0B44-A46FCFF6D94F}"/>
              </a:ext>
            </a:extLst>
          </p:cNvPr>
          <p:cNvSpPr txBox="1"/>
          <p:nvPr/>
        </p:nvSpPr>
        <p:spPr>
          <a:xfrm>
            <a:off x="8362950" y="1748909"/>
            <a:ext cx="1152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/>
              <a:t>API </a:t>
            </a:r>
            <a:r>
              <a:rPr lang="zh-TW" altLang="en-US"/>
              <a:t>版本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4AF655E-3273-C37F-E575-8498029470AF}"/>
              </a:ext>
            </a:extLst>
          </p:cNvPr>
          <p:cNvSpPr txBox="1"/>
          <p:nvPr/>
        </p:nvSpPr>
        <p:spPr>
          <a:xfrm>
            <a:off x="1790695" y="2820405"/>
            <a:ext cx="2514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建議個人實驗與調試用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E4C837B-98E1-48E6-7454-A49EF36DF0BB}"/>
              </a:ext>
            </a:extLst>
          </p:cNvPr>
          <p:cNvSpPr txBox="1"/>
          <p:nvPr/>
        </p:nvSpPr>
        <p:spPr>
          <a:xfrm>
            <a:off x="8562978" y="2820405"/>
            <a:ext cx="714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商用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E67E2E5-3D83-7C7F-BC71-0E07259EE165}"/>
              </a:ext>
            </a:extLst>
          </p:cNvPr>
          <p:cNvSpPr txBox="1"/>
          <p:nvPr/>
        </p:nvSpPr>
        <p:spPr>
          <a:xfrm>
            <a:off x="1254917" y="3693557"/>
            <a:ext cx="4176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不適合太高併發，因違反 </a:t>
            </a:r>
            <a:r>
              <a:rPr lang="en-US" altLang="zh-TW"/>
              <a:t>Google</a:t>
            </a:r>
            <a:r>
              <a:rPr lang="zh-TW" altLang="en-US"/>
              <a:t> 政策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887765E-A2CE-C061-7AB3-ADE6308EDAE6}"/>
              </a:ext>
            </a:extLst>
          </p:cNvPr>
          <p:cNvSpPr txBox="1"/>
          <p:nvPr/>
        </p:nvSpPr>
        <p:spPr>
          <a:xfrm>
            <a:off x="8003382" y="3693557"/>
            <a:ext cx="1900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適合商用高併發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CB5166C-513F-647D-4D0C-148A5D447147}"/>
              </a:ext>
            </a:extLst>
          </p:cNvPr>
          <p:cNvSpPr txBox="1"/>
          <p:nvPr/>
        </p:nvSpPr>
        <p:spPr>
          <a:xfrm>
            <a:off x="2686045" y="4618764"/>
            <a:ext cx="69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免費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FE82EFA-FC09-FBA5-A03B-DD0C37EE5310}"/>
              </a:ext>
            </a:extLst>
          </p:cNvPr>
          <p:cNvSpPr txBox="1"/>
          <p:nvPr/>
        </p:nvSpPr>
        <p:spPr>
          <a:xfrm>
            <a:off x="8715376" y="4620907"/>
            <a:ext cx="40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貴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9D0906E-29B6-5D04-F417-18F01E02BCE8}"/>
              </a:ext>
            </a:extLst>
          </p:cNvPr>
          <p:cNvSpPr txBox="1"/>
          <p:nvPr/>
        </p:nvSpPr>
        <p:spPr>
          <a:xfrm>
            <a:off x="2214562" y="5543971"/>
            <a:ext cx="1666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模型效能尚可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35C9564-FF2C-6A6E-8A65-860080539D0F}"/>
              </a:ext>
            </a:extLst>
          </p:cNvPr>
          <p:cNvSpPr txBox="1"/>
          <p:nvPr/>
        </p:nvSpPr>
        <p:spPr>
          <a:xfrm>
            <a:off x="8248649" y="5543971"/>
            <a:ext cx="1409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模型效能好</a:t>
            </a:r>
          </a:p>
        </p:txBody>
      </p:sp>
    </p:spTree>
    <p:extLst>
      <p:ext uri="{BB962C8B-B14F-4D97-AF65-F5344CB8AC3E}">
        <p14:creationId xmlns:p14="http://schemas.microsoft.com/office/powerpoint/2010/main" val="2351250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433</Words>
  <Application>Microsoft Office PowerPoint</Application>
  <PresentationFormat>寬螢幕</PresentationFormat>
  <Paragraphs>68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Mona Sans VF</vt:lpstr>
      <vt:lpstr>Aptos</vt:lpstr>
      <vt:lpstr>Aptos Display</vt:lpstr>
      <vt:lpstr>Arial</vt:lpstr>
      <vt:lpstr>Office 佈景主題</vt:lpstr>
      <vt:lpstr>智慧點餐系統</vt:lpstr>
      <vt:lpstr>事前需求</vt:lpstr>
      <vt:lpstr>第一階段  先玩看看智慧點餐系統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第二階段 怎麼 Vibe Coding 出智慧點餐系統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智慧點餐系統</dc:title>
  <dc:creator>Zenx Alen</dc:creator>
  <cp:lastModifiedBy>Zenx Alen</cp:lastModifiedBy>
  <cp:revision>120</cp:revision>
  <dcterms:created xsi:type="dcterms:W3CDTF">2026-04-13T06:12:31Z</dcterms:created>
  <dcterms:modified xsi:type="dcterms:W3CDTF">2026-04-13T13:49:28Z</dcterms:modified>
</cp:coreProperties>
</file>